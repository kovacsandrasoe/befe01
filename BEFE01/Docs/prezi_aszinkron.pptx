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/ ASP.NET CORE • OKTATÁSI PREZENTÁCIÓ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Aszinkron kommunikáció a weben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2103120"/>
            <a:ext cx="10607040" cy="12344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0"/>
                </a:solidFill>
              </a:rPr>
              <a:t>Long Polling  ·  Server-Sent Events  ·  WebSocket  ·  SignalR  ·  MQTT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58952" y="4389120"/>
            <a:ext cx="9966960" cy="7315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C"/>
                </a:solidFill>
              </a:rPr>
              <a:t>Működési elvek, C# szerver- és kliensminták, alkalmazási szempontok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van szükség aszinkron kommunikációra?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 klasszikus HTTP kérés–válasz modellben a kliens kezdeményez.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Valós idejű alkalmazások: chat, értesítések, dashboardok, IoT.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 technikák különböznek kapcsolatkezelésben, irányban és skálázásban.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Az async/await nem hálózati protokoll: nem blokkoló I/O-t tesz lehetővé.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Kommunikációs modellek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Polling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ismételt kérés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46120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5576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02736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SSE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szerver → kliens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80176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99632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36792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WebSocket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kétirányú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14232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33688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70848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MQTT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brokeres pub/sub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0698480" cy="1371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C"/>
                </a:solidFill>
              </a:rPr>
              <a:t>SignalR magasabb szintű absztrakció: jellemzően WebSocketet használ, szükség esetén más transzportra vált.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Long Polling – működési elv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 kliens HTTP-kérést küld; a szerver vár az eseményre vagy időkorlátra.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Válasz után a kliens azonnal új kérést indít.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Előny: hagyományos HTTP-infrastruktúrával működik.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Hátrány: ismételt kérések, timeoutok és szerveroldali erőforrásigény.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Polling – idővonal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GET /events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46120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5576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02736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Szerver vár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(max. 25 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80176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99632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36792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Esemény /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timeout → válasz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14232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33688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70848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Új GET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0698480" cy="1371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C"/>
                </a:solidFill>
              </a:rPr>
              <a:t>A szerver nem tartja végtelenül nyitva a kérést. A kliens hibánál késleltetett újrapróbálkozást alkalmazzon.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Polling – ASP.NET Core szerver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Minimal API: egy esemény vagy 25 másodperces timeout; egyszerű demonstráció.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channel = Channel.CreateUnbounded&lt;string&gt;();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app.MapPost("/publish", async (string message) =&gt;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channel.Writer.WriteAsync(message));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app.MapGet("/events", async (CancellationToken ct) =&gt;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timeout = CancellationTokenSource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.CreateLinkedTokenSource(ct);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timeout.CancelAfter(TimeSpan.FromSeconds(25));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msg = await channel.Reader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.ReadAsync(timeout.Token);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Results.Ok(new { message = msg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(OperationCanceledException) when (!ct.IsCancellationRequested)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Results.NoContent();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Megjegyzés: a Channel itt fogyasztói sor; nem broadcast minden kliensnek.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Polling – C# kliens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HttpClient: válasz után újraindított kérés, megszakítható ciklussal.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http = new HttpClient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BaseAddress = new Uri("https://localhost:5001")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(!cancellationToken.IsCancellationRequested)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using var response = await http.GetAsync(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"/events", cancellationToken);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(response.StatusCode == HttpStatusCode.NoContent)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response.EnsureSuccessStatusCode();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Console.WriteLine(await response.Content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.ReadAsStringAsync(cancellationToken));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(HttpRequestException)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Task.Delay(2000, cancellationToken);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Server-Sent Events (SSE)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Egyirányú adatfolyam: szerver → kliens, HTTP-kapcsolaton.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MIME-típus: text/event-stream; UTF-8 szöveges események.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 böngésző EventSource API-ja automatikusan újracsatlakozik.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Az id és Last-Event-ID segítheti az események folytatását.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SSE – ASP.NET Core szerver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Streaming HTTP-válasz; minden eseményt üres sor zár 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app.MapGet("/sse", async (HttpContext ctx) =&gt;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ctx.Response.Headers.ContentType 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"text/event-stream";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ctx.Response.Headers.CacheControl = "no-cache";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id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(!ctx.RequestAborted.IsCancellationRequested)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ctx.Response.WriteAsync(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$"id: {++id}\n"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"event: tick\n"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$"data: {DateTimeOffset.UtcNow:O}\n\n");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ctx.Response.Body.FlushAsync();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Task.Delay(1000, ctx.RequestAborted);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Éles környezetben kezelni kell a proxy-bufferelést és az újracsatlakozást.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SSE – C# kliens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A streamet soronként olvassuk; a data mező az esemény tartalma.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http = new HttpClient();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response = await http.GetAsync(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"https://localhost:5001/sse",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HttpCompletionOption.ResponseHeadersRead, ct);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response.EnsureSuccessStatusCode();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stream = await response.Content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.ReadAsStreamAsync(ct);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reader = new StreamReader(stream);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(!reader.EndOfStream &amp;&amp; !ct.IsCancellationRequested)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line = await reader.ReadLineAsync(ct);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(line?.StartsWith("data: ") == true)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Console.WriteLine(line[6..]);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Egyszerű minta: teljes SSE-parserhez több data sor és id/retry kezelés is kell.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WebSocket – működési elv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HTTP Upgrade-kézfogás után tartós, teljes duplex kapcsolat.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Mindkét fél bármikor küldhet szöveges vagy bináris üzenetet.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Kis üzenetenkénti overhead, alacsony késleltetés.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Kapcsolatkezelés, újracsatlakozás és üzenetprotokoll a fejlesztő feladata.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WebSocket – kapcsolat életciklusa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HTTP GET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Upgrade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46120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5576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02736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101 Switching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Protocols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80176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99632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36792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Kétirányú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üzenetváltás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14232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33688" y="2194560"/>
            <a:ext cx="2496312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70848" y="2450592"/>
            <a:ext cx="2221992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Close frame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lezárás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0698480" cy="1371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C"/>
                </a:solidFill>
              </a:rPr>
              <a:t>A WebSocket üzenetek több frame-re is tördelhetők; az olvasónak figyelnie kell az EndOfMessage értéket.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WebSocket – ASP.NET Core szerver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Minimal API: szöveges echo szerver; egyszerűsített üzenetfogadás.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app.UseWebSockets();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app.Map("/ws", async (HttpContext ctx)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(!ctx.WebSockets.IsWebSocketRequest)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ctx.Response.StatusCode = 400;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ws = await ctx.WebSockets.AcceptWebSocketAsync();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buffer = new byte[4096];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(ws.State == WebSocketState.Open)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 = await ws.ReceiveAsync(buffer, ctx.RequestAborted);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(r.MessageType == WebSocketMessageType.Close)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await ws.CloseAsync(WebSocketCloseStatus.NormalClosure,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"Bye", CancellationToken.None);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ws.SendAsync(buffer.AsMemory(0, r.Count),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r.MessageType, r.EndOfMessage, ctx.RequestAborted);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A példa a frame-eket echozza; teljes üzenethez több ReceiveAsync hívás is kellhet.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WebSocket – C# kliens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ClientWebSocket: kapcsolatfelépítés, küldés és válasz fogadása.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ws = new ClientWebSocket();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ws.ConnectAsync(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Uri("wss://localhost:5001/ws"), ct);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payload = Encoding.UTF8.GetBytes("Helló!");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ws.SendAsync(payload.AsMemory(),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WebSocketMessageType.Text, true, ct);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buffer = new byte[4096];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ws.ReceiveAsync(buffer.AsMemory(), ct);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Console.WriteLine(Encoding.UTF8.GetString(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buffer, 0, result.Count));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ws.CloseAsync(WebSocketCloseStatus.NormalClosure,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"Done", ct);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Szükséges using: System.Net.WebSockets; System.Text.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SignalR – magasabb szintű real-time API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ASP.NET Core keretrendszer: Hub, kliensmetódusok, csoportok.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Transzport: WebSockets, SSE vagy Long Polling (környezettől függően).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Automatikus újracsatlakozás konfigurálható; nem minden esetben alapértelmezett.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Skálázásnál Azure SignalR Service vagy megfelelő backplane jöhet szóba.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SignalR – ASP.NET Core Hub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Csoportos chat: szerver és Hub-végpont.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ChatHub : Hub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Task Join(string room) =&gt;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Groups.AddToGroupAsync(Context.ConnectionId, room);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Task Send(string room, string text) =&gt;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Clients.Group(room).SendAsync("Message", text);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Program.cs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builder.Services.AddSignalR();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app = builder.Build();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app.MapHub&lt;ChatHub&gt;("/chat");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Éles rendszerben jogosultságkezelés és csoporttagság-ellenőrzés szükséges.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SignalR – .NET kliens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NuGet: Microsoft.AspNetCore.SignalR.Client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connection = new HubConnectionBuilder()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.WithUrl("https://localhost:5001/chat")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.WithAutomaticReconnect()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connection.On&lt;string&gt;("Message", text =&gt;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Console.WriteLine($"Üzenet: {text}"));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connection.StartAsync();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connection.InvokeAsync("Join", "general");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connection.InvokeAsync("Send", "general", "Helló!");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connection élettartamát az alkalmazás kezeli.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connection.DisposeAsync();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MQTT – brokeres publish/subscribe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Könnyű üzenetküldési protokoll, gyakori IoT-környezetben.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 kliensek topicokra publikálnak és topicokra iratkoznak fel.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QoS 0 / 1 / 2: legfeljebb egyszer / legalább egyszer / pontosan egyszer.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Retained üzenet és tartós munkamenet; TCP vagy WebSocket felett is működhet.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MQTT – pub/sub topológia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407664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50592"/>
            <a:ext cx="3133344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Szenzor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PUBLISH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57472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76928" y="2194560"/>
            <a:ext cx="3407664" cy="1508760"/>
          </a:xfrm>
          <a:prstGeom prst="roundRect">
            <a:avLst>
              <a:gd name="adj" fmla="val 7273"/>
            </a:avLst>
          </a:prstGeom>
          <a:solidFill>
            <a:srgbClr val="DCEAF4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14088" y="2450592"/>
            <a:ext cx="3133344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MQTT broker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(topic routing)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02880" y="2697480"/>
            <a:ext cx="210312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7F7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22336" y="2194560"/>
            <a:ext cx="3407664" cy="150876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3A607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59496" y="2450592"/>
            <a:ext cx="3133344" cy="102412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Feliratkozók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B40"/>
                </a:solidFill>
              </a:rPr>
              <a:t>SUBSCRIBE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10698480" cy="1371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C"/>
                </a:solidFill>
              </a:rPr>
              <a:t>Példa topic: home/livingroom/temperature. A broker elválasztja a küldőt a fogadóktól; QoS 1 esetén duplikáció előfordulhat.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MQTT – C# kliens (MQTTnet)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C"/>
                </a:solidFill>
              </a:rPr>
              <a:t>NuGet: MQTTnet 4.x API; subscribe és publish ugyanazzal a klienssel.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27080" cy="4069080"/>
          </a:xfrm>
          <a:prstGeom prst="roundRect">
            <a:avLst>
              <a:gd name="adj" fmla="val 2697"/>
            </a:avLst>
          </a:prstGeom>
          <a:solidFill>
            <a:srgbClr val="EAF1F8"/>
          </a:solidFill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2423160"/>
            <a:ext cx="10332720" cy="36393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factory = new MqttFactory();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client = factory.CreateMqttClient();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options = new MqttClientOptionsBuilder()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.WithTcpServer("localhost", 1883)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.WithClientId("demo-csharp")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client.ApplicationMessageReceivedAsync += e =&gt;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Console.WriteLine(e.ApplicationMessage.Topic);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Task.CompletedTask;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client.ConnectAsync(options);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client.SubscribeAsync("demo/temperature");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msg = new MqttApplicationMessageBuilder()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.WithTopic("demo/temperature")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.WithPayload("22.5")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client.PublishAsync(msg);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client.DisconnectAsync();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332720" cy="25603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5B00"/>
                </a:solidFill>
              </a:rPr>
              <a:t>using MQTTnet; MQTTnet.Client; API-verzióhoz igazítani szükséges.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Összehasonlítás – melyiket mikor?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73936"/>
          <a:ext cx="10881360" cy="4160520"/>
        </p:xfrm>
        <a:graphic>
          <a:graphicData uri="http://schemas.openxmlformats.org/drawingml/2006/table">
            <a:tbl>
              <a:tblPr/>
              <a:tblGrid>
                <a:gridCol w="2240280"/>
                <a:gridCol w="2103120"/>
                <a:gridCol w="2148840"/>
                <a:gridCol w="43891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Technika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Irány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Kapcsolat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Tipikus felhasználás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Long Polling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Szerver → kliens*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Ismételt HTTP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Egyszerű értesítések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SSE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Szerver → kliens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Tartós HTTP stream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Élő feed, dashboard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WebSocket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Kétirányú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Tartós socket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Chat, játék, kollaboráció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SignalR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Kétirányú API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Adaptív transzport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ASP.NET real-time app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MQTT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Pub/sub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Brokerkapcsolat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B40"/>
                          </a:solidFill>
                        </a:rPr>
                        <a:t>IoT, telemetria</a:t>
                      </a:r>
                      <a:endParaRPr lang="en-US" sz="150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" y="6080760"/>
            <a:ext cx="100584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77C"/>
                </a:solidFill>
              </a:rPr>
              <a:t>*A kliens kérdez, a szerver késleltetve válaszol.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Tervezési szempontok és gyakori hibák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Autentikáció és autorizáció: a kapcsolódás és minden művelet ellenőrzése.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Újracsatlakozás, exponential backoff, heartbeat és timeout kezelése.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Sorrendiség, duplikáció, üzenetvesztés és visszajátszás megtervezése.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Load balancer, reverse proxy, horizontális skálázás és observability.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Összefoglalás – döntési útmutató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64792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Egyszerű HTTP-kompatibilitás → Long Polling.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22376" y="2706624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615184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Csak szerveroldali eseményfolyam → SSE.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22376" y="3557016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65576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Nyers, teljes duplex csatorna → WebSocket.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22376" y="4407408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7552" y="4315968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ASP.NET alkalmazásban kényelmes real-time API → SignalR.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22376" y="5257800"/>
            <a:ext cx="100584" cy="100584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87552" y="5166360"/>
            <a:ext cx="10424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Eszközök közötti laza csatolás, telemetria → MQTT.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WEBKOMMUNIKÁCIÓ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Gyakorlati feladatok és dokumentáció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044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77C"/>
                </a:solidFill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98480" cy="22860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1. Készíts időjárás-adatfolyamot SSE-vel!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2. Valósíts meg csoportos chatet SignalR-rel!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3. Publikálj hőmérsékletet MQTT-brokerre, majd iratkozz fel rá!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B40"/>
                </a:solidFill>
              </a:rPr>
              <a:t>4. Mérd meg a késleltetést és a kapcsolatok számát!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4251960"/>
            <a:ext cx="10515600" cy="1645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7F75"/>
                </a:solidFill>
              </a:rPr>
              <a:t>További olvasnivaló: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87F75"/>
                </a:solidFill>
              </a:rPr>
              <a:t>learn.microsoft.com/aspnet/core/signalr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87F75"/>
                </a:solidFill>
              </a:rPr>
              <a:t>learn.microsoft.com/aspnet/core/fundamentals/websockets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87F75"/>
                </a:solidFill>
              </a:rPr>
              <a:t>developer.mozilla.org/docs/Web/API/Server-sent_events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87F75"/>
                </a:solidFill>
              </a:rPr>
              <a:t>mqtt.org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Aszinkron kommunikáció a weben – C#</dc:title>
  <dc:subject>Aszinkron kommunikáció a weben</dc:subject>
  <dc:creator>OpenAI</dc:creator>
  <cp:lastModifiedBy>OpenAI</cp:lastModifiedBy>
  <cp:revision>1</cp:revision>
  <dcterms:created xsi:type="dcterms:W3CDTF">2026-10-08T06:29:58Z</dcterms:created>
  <dcterms:modified xsi:type="dcterms:W3CDTF">2026-10-08T06:29:58Z</dcterms:modified>
</cp:coreProperties>
</file>